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Calculator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HTML, CSS &amp; JavaScript</a:t>
            </a:r>
          </a:p>
          <a:p>
            <a:r>
              <a:t>Internship Task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basic calculator that performs arithmetic operations and displays results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Addition</a:t>
            </a:r>
          </a:p>
          <a:p>
            <a:r>
              <a:t>• Subtraction</a:t>
            </a:r>
          </a:p>
          <a:p>
            <a:r>
              <a:t>• Multiplication</a:t>
            </a:r>
          </a:p>
          <a:p>
            <a:r>
              <a:t>• Division</a:t>
            </a:r>
          </a:p>
          <a:p>
            <a:r>
              <a:t>• Clear and Delete functions</a:t>
            </a:r>
          </a:p>
          <a:p>
            <a:r>
              <a:t>• Keyboard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for structure</a:t>
            </a:r>
          </a:p>
          <a:p>
            <a:r>
              <a:t>CSS for styling</a:t>
            </a:r>
          </a:p>
          <a:p>
            <a:r>
              <a:t>JavaScript for functionality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 screen</a:t>
            </a:r>
          </a:p>
          <a:p>
            <a:r>
              <a:t>Number buttons</a:t>
            </a:r>
          </a:p>
          <a:p>
            <a:r>
              <a:t>Operator buttons</a:t>
            </a:r>
          </a:p>
          <a:p>
            <a:r>
              <a:t>Clear and Equal buttons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appendValue()</a:t>
            </a:r>
          </a:p>
          <a:p>
            <a:r>
              <a:t>clearDisplay()</a:t>
            </a:r>
          </a:p>
          <a:p>
            <a:r>
              <a:t>deleteLast()</a:t>
            </a:r>
          </a:p>
          <a:p>
            <a:r>
              <a:t>calculate()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design</a:t>
            </a:r>
          </a:p>
          <a:p>
            <a:r>
              <a:t>Real-time display</a:t>
            </a:r>
          </a:p>
          <a:p>
            <a:r>
              <a:t>Keyboard support</a:t>
            </a:r>
          </a:p>
          <a:p>
            <a:r>
              <a:t>Error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developed a functional calculator using HTML, CSS, and JavaScript.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